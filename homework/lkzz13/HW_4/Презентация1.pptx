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76"/>
  </p:normalViewPr>
  <p:slideViewPr>
    <p:cSldViewPr snapToGrid="0">
      <p:cViewPr varScale="1">
        <p:scale>
          <a:sx n="116" d="100"/>
          <a:sy n="116" d="100"/>
        </p:scale>
        <p:origin x="19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3026A-BFCE-AABE-8664-8BC5F38B9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0CC72A-51C0-53C9-77E5-A3A10D805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C9223-2B54-2D50-B1E3-B3F1BF1C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9B01D2-A66E-26A1-D782-E01095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4D19B9-38E9-242C-2392-C8A1DF97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50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5D346-8B75-2CC4-23E2-2D5CAE70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ABB1A-F39A-737A-B409-49FF9D2C1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5CE46-3F2E-0B33-3FA3-C2830203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6C2D73-740C-977B-20BD-0A5E9267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2D319-13BB-5CF8-A3A2-66B5ACA9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6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40023-34C4-2CC9-5E0E-065B5843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AA724F-F9EB-BB0A-5034-17121C2C4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3051D6-6AE4-6575-D2EF-DF8D116F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6284EC-017F-BA32-24EC-939B8114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5D83E-649E-4899-0586-F880F796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1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C1C43-0549-F90C-EBED-80F502DF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A77F8-23CF-45B3-CF13-6F1D805E0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0897EE-41DC-A0FA-FAFB-1ECA983AD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9DF9EE-F546-A49F-A7A0-E4DE5166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8080AB-E9ED-859A-EC79-8032B14A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83C795-8593-0BC7-1696-B9A964B4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86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C181F-A5F0-F7EE-B1EF-8550B35C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259010-6549-441D-A32D-DD499D4A3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644B4A-45EC-EB57-CDCD-6636EDA7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515B16-33D9-8A5C-A862-900AA4834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17C2FA-D5B8-CCF4-35F0-DA9F9E4F0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F14823-5F0E-7581-5BA0-1311081B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BF9139-CF7A-3D1F-DB07-E720F77A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92D082-D339-B302-33E4-E668E6A6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3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C9BBB-FDA6-99D8-87C3-2B522C2D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DC17E2-766D-850C-A7D5-A331ADC0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CEE681-3D8B-6740-8223-D2EEA01CB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5BB44A-5F60-A339-697C-D8A72334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AA8308-4EE3-7FDF-1B80-4DCF3FAA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349D01B-D836-D90F-380C-6F562075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05A3BE-9776-36AE-C57F-93F2F65B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71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57FCE-3138-AA96-C0A2-D273EAC7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99D4A6-D656-6DFB-45B0-513404CB7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134E5C-DDBC-A69E-4B24-E780D7EDC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A51B0B-2991-6711-86E6-7A6C16F8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75A149-E7A1-B41A-7FA5-2718958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B4AB72-BFD7-13D1-C307-B6895532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8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39AD4-45D7-988A-B883-2B1380C0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3B94A5-2A80-7EAF-EC5A-3F74B64CD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79BB3B-5F1A-5FAF-B800-F2E15AE92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5AF013-8DA9-C761-BC09-3F470F24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06B51C-23A6-9DD3-621F-97427ECA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9F8B85-1167-80C7-6273-39EEAE1F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7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D6339-5136-B16E-8D2A-087520370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BDA230-4AA8-CBEC-FD25-B2843FB77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CCC6A6-F7B9-F7A4-F38C-2CD1DC40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365F0B-DD25-0523-F407-7F57E2EF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64D21A-339F-F6A5-7D19-4F995C8D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58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DA455A-5A95-7B71-DA46-230CD564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60448-FE4C-675D-5150-6C3EA5815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66F599-E53B-43AD-39C4-C0A8CC61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657BF-6569-9065-DA64-51F4EB74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C31597-F412-8413-1F04-8A6856DD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0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EE885-0570-0D7F-E956-8522E13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46D4C7-C406-BAEC-97BE-E5F051C9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77390F-4E74-6C44-FF71-6AE102791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E6A75-8EA2-0D46-A46F-35F32A2A71C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4F3980-A20B-75EC-526D-0E07AC16D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E633EE-9820-4FF0-95A8-01FD77901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46E80-6ACF-D24D-B638-9BEA4DB88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8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F1A93-E4C4-DBF2-5498-CBA63D1847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Быстрая сортировка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1F527A-E5B9-2204-0397-D97C09454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i="1" dirty="0"/>
              <a:t>Разработана Тони Хоаром в 1960 году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57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F60EB-657D-3BB7-C9F4-7A61E426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из себя представляет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CD27FA-A1BC-EA15-F89B-75893FB5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Быстрая сортировка (</a:t>
            </a:r>
            <a:r>
              <a:rPr lang="en-US" dirty="0">
                <a:effectLst/>
              </a:rPr>
              <a:t>Quicksort) — </a:t>
            </a:r>
            <a:r>
              <a:rPr lang="ru-RU" dirty="0">
                <a:effectLst/>
              </a:rPr>
              <a:t>это </a:t>
            </a:r>
            <a:r>
              <a:rPr lang="ru-RU" dirty="0"/>
              <a:t>эффективный алгоритм сортировки, основанный на принципе «разделяй и властвуй». Он работает, выбирая опорный элемент, а затем рекурсивно сортируя </a:t>
            </a:r>
            <a:r>
              <a:rPr lang="ru-RU" dirty="0" err="1"/>
              <a:t>подмассивы</a:t>
            </a:r>
            <a:r>
              <a:rPr lang="ru-RU" dirty="0"/>
              <a:t> элементов, которые меньше и больше опорного.</a:t>
            </a:r>
          </a:p>
        </p:txBody>
      </p:sp>
    </p:spTree>
    <p:extLst>
      <p:ext uri="{BB962C8B-B14F-4D97-AF65-F5344CB8AC3E}">
        <p14:creationId xmlns:p14="http://schemas.microsoft.com/office/powerpoint/2010/main" val="49974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4D993-4DFE-B741-111B-35E643E3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Суть сортировки</a:t>
            </a:r>
          </a:p>
        </p:txBody>
      </p:sp>
      <p:pic>
        <p:nvPicPr>
          <p:cNvPr id="1026" name="Picture 2" descr="Это база. Алгоритмы сортировки для начинающих / Хабр">
            <a:extLst>
              <a:ext uri="{FF2B5EF4-FFF2-40B4-BE49-F238E27FC236}">
                <a16:creationId xmlns:a16="http://schemas.microsoft.com/office/drawing/2014/main" id="{21B0562B-99C4-8981-DEC6-88B6F8E9BE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57" y="1258321"/>
            <a:ext cx="7576457" cy="539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13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85146-5FB7-17B6-BBF0-A2147DCE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2D3B2-F3C2-838B-B182-C1DC5B10B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Быстрая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сортировка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обладает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1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высокой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1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скоростью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для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больших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данных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благодаря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средней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временной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сложности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O(n log n)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.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Она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экономно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использует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память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работая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на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месте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.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Однако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в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худшем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случае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производительность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может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упасть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до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O(n²)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особенно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при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неправильном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выборе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опорного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элемента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.</a:t>
            </a:r>
            <a:endParaRPr lang="fr-F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97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42B2B-DDAB-57DB-0F26-D3D96AE481D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279ED-6C6D-DD1B-7D54-A4DE4159E39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ru-RU" b="1" dirty="0"/>
              <a:t>Ключевые моменты:</a:t>
            </a:r>
          </a:p>
          <a:p>
            <a:pPr marL="0" indent="0">
              <a:buNone/>
            </a:pPr>
            <a:r>
              <a:rPr lang="ru-RU" dirty="0"/>
              <a:t>⚡ </a:t>
            </a:r>
            <a:r>
              <a:rPr lang="ru-RU" b="1" dirty="0"/>
              <a:t>Быстрый</a:t>
            </a:r>
            <a:r>
              <a:rPr lang="ru-RU" dirty="0"/>
              <a:t> на практике</a:t>
            </a:r>
          </a:p>
          <a:p>
            <a:pPr marL="0" indent="0">
              <a:buNone/>
            </a:pPr>
            <a:r>
              <a:rPr lang="ru-RU" dirty="0"/>
              <a:t>🎯 </a:t>
            </a:r>
            <a:r>
              <a:rPr lang="ru-RU" b="1" dirty="0"/>
              <a:t>Эффективный</a:t>
            </a:r>
            <a:r>
              <a:rPr lang="ru-RU" dirty="0"/>
              <a:t> для больших массивов</a:t>
            </a:r>
          </a:p>
          <a:p>
            <a:pPr marL="0" indent="0">
              <a:buNone/>
            </a:pPr>
            <a:r>
              <a:rPr lang="ru-RU" dirty="0"/>
              <a:t>💾 </a:t>
            </a:r>
            <a:r>
              <a:rPr lang="ru-RU" b="1" dirty="0"/>
              <a:t>Экономичный</a:t>
            </a:r>
            <a:r>
              <a:rPr lang="ru-RU" dirty="0"/>
              <a:t> по памяти</a:t>
            </a:r>
          </a:p>
          <a:p>
            <a:pPr marL="0" indent="0">
              <a:buNone/>
            </a:pPr>
            <a:r>
              <a:rPr lang="ru-RU" dirty="0"/>
              <a:t>🔄 </a:t>
            </a:r>
            <a:r>
              <a:rPr lang="ru-RU" b="1" dirty="0"/>
              <a:t>Рекурсивный</a:t>
            </a:r>
            <a:r>
              <a:rPr lang="ru-RU" dirty="0"/>
              <a:t> подход</a:t>
            </a:r>
          </a:p>
          <a:p>
            <a:r>
              <a:rPr lang="ru-RU" b="1" dirty="0"/>
              <a:t>Идеальный выбор для:</a:t>
            </a:r>
          </a:p>
          <a:p>
            <a:pPr marL="0" indent="0">
              <a:buNone/>
            </a:pPr>
            <a:r>
              <a:rPr lang="ru-RU" dirty="0"/>
              <a:t>Общей сортировки случайных данных</a:t>
            </a:r>
          </a:p>
          <a:p>
            <a:pPr marL="0" indent="0">
              <a:buNone/>
            </a:pPr>
            <a:r>
              <a:rPr lang="ru-RU" dirty="0"/>
              <a:t>Систем с ограниченной памятью</a:t>
            </a:r>
          </a:p>
        </p:txBody>
      </p:sp>
    </p:spTree>
    <p:extLst>
      <p:ext uri="{BB962C8B-B14F-4D97-AF65-F5344CB8AC3E}">
        <p14:creationId xmlns:p14="http://schemas.microsoft.com/office/powerpoint/2010/main" val="1589237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135</Words>
  <Application>Microsoft Macintosh PowerPoint</Application>
  <PresentationFormat>Широкоэкранный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Karla</vt:lpstr>
      <vt:lpstr>Тема Office</vt:lpstr>
      <vt:lpstr>Быстрая сортировка</vt:lpstr>
      <vt:lpstr>Что из себя представляет</vt:lpstr>
      <vt:lpstr>Суть сортировки</vt:lpstr>
      <vt:lpstr>Основные преимущества и недостатки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Быстрая сортировка</dc:title>
  <dc:creator>Microsoft Office User</dc:creator>
  <cp:lastModifiedBy>Microsoft Office User</cp:lastModifiedBy>
  <cp:revision>1</cp:revision>
  <dcterms:created xsi:type="dcterms:W3CDTF">2025-11-16T11:52:06Z</dcterms:created>
  <dcterms:modified xsi:type="dcterms:W3CDTF">2025-11-17T06:45:07Z</dcterms:modified>
</cp:coreProperties>
</file>